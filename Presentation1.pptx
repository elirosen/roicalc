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1"/>
    <p:restoredTop sz="94643"/>
  </p:normalViewPr>
  <p:slideViewPr>
    <p:cSldViewPr snapToGrid="0" snapToObjects="1">
      <p:cViewPr varScale="1">
        <p:scale>
          <a:sx n="118" d="100"/>
          <a:sy n="118" d="100"/>
        </p:scale>
        <p:origin x="23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67A0F-E03F-DE42-8DA0-35C013A5B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C9C566-16AC-BB47-B2E3-0B0DA79B2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0A5DD-CC5E-7742-A27E-D83FE968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95A-1B9D-AB41-B038-DABF58356871}" type="datetimeFigureOut">
              <a:rPr lang="en-US" smtClean="0"/>
              <a:t>7/9/18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CBD68-BD40-6645-8575-4B065F40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4C19A-0231-9B4A-A211-DE2A3A750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4E0-7685-D649-B112-AB910C851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74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AF2D-E957-A147-8F08-47FF8441B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EBA9-62B6-3A48-8F42-FF2799DE8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95EF1-2B6B-8145-89CC-C88793D2A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95A-1B9D-AB41-B038-DABF58356871}" type="datetimeFigureOut">
              <a:rPr lang="en-US" smtClean="0"/>
              <a:t>7/9/18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FF025-2509-4A42-8CB4-C983A50E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F46B7-5D86-014D-B361-0DAB66E01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4E0-7685-D649-B112-AB910C851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6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06B32-BCA6-9C42-A022-AC075C2F4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A566F-2D90-CB48-9A94-141D69CB2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5CDA6-BAE9-0A41-96F9-F867D252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95A-1B9D-AB41-B038-DABF58356871}" type="datetimeFigureOut">
              <a:rPr lang="en-US" smtClean="0"/>
              <a:t>7/9/18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9D19A-FF7B-C441-A15E-196BB018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11CE4-4C51-6648-8DF7-72F588893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4E0-7685-D649-B112-AB910C851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652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2E1D-F642-8042-ABE6-E23BA60D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7FA9C-A98A-AB42-8C6A-C35F515E0B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C8C65-EC33-2A44-8CD9-A0DE48C13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9862E-21FD-F142-B1F6-48ADCF24E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95A-1B9D-AB41-B038-DABF58356871}" type="datetimeFigureOut">
              <a:rPr lang="en-US" smtClean="0"/>
              <a:t>7/9/18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11B4C-E80E-5E4E-9995-C8CD6A301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B4EDA-116B-DD4B-8222-634BB089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4E0-7685-D649-B112-AB910C851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95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F722-26A9-D84F-AF1C-916471A2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520A2-2144-8C4D-A320-B750D012B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B5F72-EC62-8846-AC31-A60F2D138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2D198-A984-D84D-BE13-E6871AE3B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09B7D-A28C-B449-B9E8-E5DB36092B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DA1694-3467-854E-984D-CDFBE21C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95A-1B9D-AB41-B038-DABF58356871}" type="datetimeFigureOut">
              <a:rPr lang="en-US" smtClean="0"/>
              <a:t>7/9/18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7B2032-8E22-6B42-BEDB-75E9A1B6F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FA9BA0-9F4E-2049-BFCD-D7132B1D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4E0-7685-D649-B112-AB910C851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68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A1C6-7E57-0542-882F-3E7258B19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65F69C-8594-A946-B14C-7143C459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95A-1B9D-AB41-B038-DABF58356871}" type="datetimeFigureOut">
              <a:rPr lang="en-US" smtClean="0"/>
              <a:t>7/9/18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FFBF5-38F9-4141-A44A-E6B15FEEA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842A5-F2E7-3E4D-910A-8EB2C767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4E0-7685-D649-B112-AB910C851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66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85884E-C9B3-EA4D-8B19-204B0CF5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95A-1B9D-AB41-B038-DABF58356871}" type="datetimeFigureOut">
              <a:rPr lang="en-US" smtClean="0"/>
              <a:t>7/9/18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59A2F-6471-E544-AE4D-6753457C3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A03F5-F062-5948-A1AB-62B58AAC1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4E0-7685-D649-B112-AB910C851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56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F685-954A-EC4C-9224-41DE6EBD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7DEC9-23FE-4F40-8116-9CC1E07D1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6DF33-9B30-AA47-A529-B1555402E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6FDE9-9AF8-E740-8A3A-894593622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95A-1B9D-AB41-B038-DABF58356871}" type="datetimeFigureOut">
              <a:rPr lang="en-US" smtClean="0"/>
              <a:t>7/9/18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ECE83-9F95-8545-BCAE-FBECDF9F0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B1401-719C-D84E-9B5D-F05619AF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4E0-7685-D649-B112-AB910C851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1D170-8986-6D44-99BD-31E232BFD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3FCD83-86C5-804E-BA43-044D2AE8C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D19FD-EAB4-A541-812C-210F1D768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48A9E-967F-5C4E-9153-3FB33AA39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95A-1B9D-AB41-B038-DABF58356871}" type="datetimeFigureOut">
              <a:rPr lang="en-US" smtClean="0"/>
              <a:t>7/9/18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BBB58-A5D2-3C42-AAA2-A09F901B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E1B66-AB59-C64D-8282-0CDB1CD5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4E0-7685-D649-B112-AB910C851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14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B97E2-D327-A740-AD9F-738DBE7D2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8E1AF-7C63-AB46-A36C-20FE3B045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8F466-FE79-9442-AD6E-522A9935C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95A-1B9D-AB41-B038-DABF58356871}" type="datetimeFigureOut">
              <a:rPr lang="en-US" smtClean="0"/>
              <a:t>7/9/18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DFFB1-0669-8F43-B69E-7EB1ECD3D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33CB3-B3B3-CF4E-9288-FE951ACD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4E0-7685-D649-B112-AB910C851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55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BC55F8-EC6C-3344-B280-6E532BF02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DBCFE-F259-754E-97D4-786944188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FF49A-2F71-3D40-A231-EC72A9562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7195A-1B9D-AB41-B038-DABF58356871}" type="datetimeFigureOut">
              <a:rPr lang="en-US" smtClean="0"/>
              <a:t>7/9/18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A49DF-23B8-3042-BE5C-424BFE55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EA96C-223E-8F46-B781-DA01F371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1C4E0-7685-D649-B112-AB910C851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23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BD8E8-32BF-FE49-8D41-A1B0D738E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37219-2D46-B643-BA38-F874976A5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376DA-F33B-7A4F-BBBC-606DAD03C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7195A-1B9D-AB41-B038-DABF58356871}" type="datetimeFigureOut">
              <a:rPr lang="en-US" smtClean="0"/>
              <a:t>7/9/18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564F6-98C5-AF4E-844B-E3C535032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6C55C-A548-514B-9729-2CA6829F3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1C4E0-7685-D649-B112-AB910C851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1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7322-AACA-6E41-A165-1E0E2676D5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is </a:t>
            </a:r>
            <a:r>
              <a:rPr lang="en-US" dirty="0" err="1"/>
              <a:t>Powerpoint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92C4F-E878-D44B-BA17-3DBE88387A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9">
            <a:extLst>
              <a:ext uri="{FF2B5EF4-FFF2-40B4-BE49-F238E27FC236}">
                <a16:creationId xmlns:a16="http://schemas.microsoft.com/office/drawing/2014/main" id="{F60FCA6E-0894-46CD-BD49-5955A51E0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1955" y="5346696"/>
            <a:ext cx="5360045" cy="1511304"/>
          </a:xfrm>
          <a:custGeom>
            <a:avLst/>
            <a:gdLst>
              <a:gd name="connsiteX0" fmla="*/ 4545473 w 5360045"/>
              <a:gd name="connsiteY0" fmla="*/ 0 h 1511304"/>
              <a:gd name="connsiteX1" fmla="*/ 5360045 w 5360045"/>
              <a:gd name="connsiteY1" fmla="*/ 0 h 1511304"/>
              <a:gd name="connsiteX2" fmla="*/ 5360045 w 5360045"/>
              <a:gd name="connsiteY2" fmla="*/ 1046730 h 1511304"/>
              <a:gd name="connsiteX3" fmla="*/ 5360045 w 5360045"/>
              <a:gd name="connsiteY3" fmla="*/ 1508760 h 1511304"/>
              <a:gd name="connsiteX4" fmla="*/ 5360045 w 5360045"/>
              <a:gd name="connsiteY4" fmla="*/ 1511304 h 1511304"/>
              <a:gd name="connsiteX5" fmla="*/ 4545474 w 5360045"/>
              <a:gd name="connsiteY5" fmla="*/ 1511304 h 1511304"/>
              <a:gd name="connsiteX6" fmla="*/ 2525897 w 5360045"/>
              <a:gd name="connsiteY6" fmla="*/ 1511304 h 1511304"/>
              <a:gd name="connsiteX7" fmla="*/ 0 w 5360045"/>
              <a:gd name="connsiteY7" fmla="*/ 1511304 h 1511304"/>
              <a:gd name="connsiteX8" fmla="*/ 697617 w 5360045"/>
              <a:gd name="connsiteY8" fmla="*/ 3 h 1511304"/>
              <a:gd name="connsiteX9" fmla="*/ 4545473 w 5360045"/>
              <a:gd name="connsiteY9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60045" h="1511304">
                <a:moveTo>
                  <a:pt x="4545473" y="0"/>
                </a:moveTo>
                <a:lnTo>
                  <a:pt x="5360045" y="0"/>
                </a:lnTo>
                <a:lnTo>
                  <a:pt x="5360045" y="1046730"/>
                </a:lnTo>
                <a:lnTo>
                  <a:pt x="5360045" y="1508760"/>
                </a:lnTo>
                <a:lnTo>
                  <a:pt x="5360045" y="1511304"/>
                </a:lnTo>
                <a:lnTo>
                  <a:pt x="4545474" y="1511304"/>
                </a:lnTo>
                <a:lnTo>
                  <a:pt x="2525897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rgbClr val="404040">
              <a:alpha val="8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E78C6E4B-A1F1-4B6C-97EC-BE997495D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694"/>
            <a:ext cx="7346605" cy="1511306"/>
          </a:xfrm>
          <a:custGeom>
            <a:avLst/>
            <a:gdLst>
              <a:gd name="connsiteX0" fmla="*/ 0 w 7346605"/>
              <a:gd name="connsiteY0" fmla="*/ 0 h 1511306"/>
              <a:gd name="connsiteX1" fmla="*/ 239486 w 7346605"/>
              <a:gd name="connsiteY1" fmla="*/ 0 h 1511306"/>
              <a:gd name="connsiteX2" fmla="*/ 1209568 w 7346605"/>
              <a:gd name="connsiteY2" fmla="*/ 0 h 1511306"/>
              <a:gd name="connsiteX3" fmla="*/ 2405743 w 7346605"/>
              <a:gd name="connsiteY3" fmla="*/ 0 h 1511306"/>
              <a:gd name="connsiteX4" fmla="*/ 2405743 w 7346605"/>
              <a:gd name="connsiteY4" fmla="*/ 2544 h 1511306"/>
              <a:gd name="connsiteX5" fmla="*/ 2801131 w 7346605"/>
              <a:gd name="connsiteY5" fmla="*/ 2544 h 1511306"/>
              <a:gd name="connsiteX6" fmla="*/ 2801131 w 7346605"/>
              <a:gd name="connsiteY6" fmla="*/ 0 h 1511306"/>
              <a:gd name="connsiteX7" fmla="*/ 7346605 w 7346605"/>
              <a:gd name="connsiteY7" fmla="*/ 0 h 1511306"/>
              <a:gd name="connsiteX8" fmla="*/ 6648988 w 7346605"/>
              <a:gd name="connsiteY8" fmla="*/ 1511301 h 1511306"/>
              <a:gd name="connsiteX9" fmla="*/ 2801132 w 7346605"/>
              <a:gd name="connsiteY9" fmla="*/ 1511301 h 1511306"/>
              <a:gd name="connsiteX10" fmla="*/ 2801132 w 7346605"/>
              <a:gd name="connsiteY10" fmla="*/ 1511304 h 1511306"/>
              <a:gd name="connsiteX11" fmla="*/ 2405743 w 7346605"/>
              <a:gd name="connsiteY11" fmla="*/ 1511304 h 1511306"/>
              <a:gd name="connsiteX12" fmla="*/ 2405743 w 7346605"/>
              <a:gd name="connsiteY12" fmla="*/ 1511306 h 1511306"/>
              <a:gd name="connsiteX13" fmla="*/ 1333411 w 7346605"/>
              <a:gd name="connsiteY13" fmla="*/ 1511306 h 1511306"/>
              <a:gd name="connsiteX14" fmla="*/ 1219208 w 7346605"/>
              <a:gd name="connsiteY14" fmla="*/ 1511306 h 1511306"/>
              <a:gd name="connsiteX15" fmla="*/ 1209568 w 7346605"/>
              <a:gd name="connsiteY15" fmla="*/ 1511306 h 1511306"/>
              <a:gd name="connsiteX16" fmla="*/ 239486 w 7346605"/>
              <a:gd name="connsiteY16" fmla="*/ 1511306 h 1511306"/>
              <a:gd name="connsiteX17" fmla="*/ 0 w 7346605"/>
              <a:gd name="connsiteY17" fmla="*/ 1511306 h 1511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346605" h="1511306">
                <a:moveTo>
                  <a:pt x="0" y="0"/>
                </a:moveTo>
                <a:lnTo>
                  <a:pt x="239486" y="0"/>
                </a:lnTo>
                <a:lnTo>
                  <a:pt x="1209568" y="0"/>
                </a:lnTo>
                <a:lnTo>
                  <a:pt x="2405743" y="0"/>
                </a:lnTo>
                <a:lnTo>
                  <a:pt x="2405743" y="2544"/>
                </a:lnTo>
                <a:lnTo>
                  <a:pt x="2801131" y="2544"/>
                </a:lnTo>
                <a:lnTo>
                  <a:pt x="2801131" y="0"/>
                </a:lnTo>
                <a:lnTo>
                  <a:pt x="7346605" y="0"/>
                </a:lnTo>
                <a:lnTo>
                  <a:pt x="6648988" y="1511301"/>
                </a:lnTo>
                <a:lnTo>
                  <a:pt x="2801132" y="1511301"/>
                </a:lnTo>
                <a:lnTo>
                  <a:pt x="2801132" y="1511304"/>
                </a:lnTo>
                <a:lnTo>
                  <a:pt x="2405743" y="1511304"/>
                </a:lnTo>
                <a:lnTo>
                  <a:pt x="2405743" y="1511306"/>
                </a:lnTo>
                <a:lnTo>
                  <a:pt x="1333411" y="1511306"/>
                </a:lnTo>
                <a:lnTo>
                  <a:pt x="1219208" y="1511306"/>
                </a:lnTo>
                <a:lnTo>
                  <a:pt x="1209568" y="1511306"/>
                </a:lnTo>
                <a:lnTo>
                  <a:pt x="239486" y="1511306"/>
                </a:lnTo>
                <a:lnTo>
                  <a:pt x="0" y="1511306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03DA6-DD7A-314A-A591-789FF3A45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121" y="5529884"/>
            <a:ext cx="5693783" cy="109633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303030"/>
                </a:solidFill>
              </a:rPr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65FD1-6EDD-5B4E-A445-96743DED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965199"/>
            <a:ext cx="4008101" cy="4020458"/>
          </a:xfrm>
        </p:spPr>
        <p:txBody>
          <a:bodyPr anchor="ctr">
            <a:normAutofit/>
          </a:bodyPr>
          <a:lstStyle/>
          <a:p>
            <a:r>
              <a:rPr lang="en-US" sz="2000"/>
              <a:t>Say good stuff here</a:t>
            </a:r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24D6B-FDB9-1E48-A7AF-AF6E65144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21" y="1469979"/>
            <a:ext cx="5941068" cy="297950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6BD397C-9153-A841-8282-3964DB501637}"/>
              </a:ext>
            </a:extLst>
          </p:cNvPr>
          <p:cNvSpPr/>
          <p:nvPr/>
        </p:nvSpPr>
        <p:spPr>
          <a:xfrm>
            <a:off x="8672052" y="1342103"/>
            <a:ext cx="2418735" cy="2477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40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FC2D0-18B1-BF4D-BD98-886DC073D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51226-F4D4-1A41-A607-4212C2538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62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472D7-238D-2B4A-B8D5-EBAF5C582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Silde</a:t>
            </a:r>
            <a:r>
              <a:rPr lang="en-US" dirty="0"/>
              <a:t> two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6A436-CE76-034B-B0A9-3791624C1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34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Macintosh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This is Powerpoint</vt:lpstr>
      <vt:lpstr>Title slide</vt:lpstr>
      <vt:lpstr>PowerPoint Presentation</vt:lpstr>
      <vt:lpstr>Silde two</vt:lpstr>
    </vt:vector>
  </TitlesOfParts>
  <Company/>
  <LinksUpToDate>false</LinksUpToDate>
  <SharedDoc>false</SharedDoc>
  <HyperlinksChanged>false</HyperlinksChanged>
  <AppVersion>16.0014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Powerpoint</dc:title>
  <dc:creator>Eli Rosen</dc:creator>
  <cp:lastModifiedBy>Eli Rosen</cp:lastModifiedBy>
  <cp:revision>2</cp:revision>
  <dcterms:created xsi:type="dcterms:W3CDTF">2018-07-09T16:08:40Z</dcterms:created>
  <dcterms:modified xsi:type="dcterms:W3CDTF">2018-07-09T16:10:46Z</dcterms:modified>
</cp:coreProperties>
</file>